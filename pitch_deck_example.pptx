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109728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Northwind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Mid-market freight tech. We cut empty-backhaul miles for regional carriers.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Confidential — July 2026 · Series A · Seeking $6M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1 · The Problem</a:t>
            </a:r>
          </a:p>
          <a:p>
            <a:r>
              <a:rPr sz="1500"/>
              <a:t>Regional carriers run 28% empty backhauls. That is ~$40B/yr of wasted diesel and driver hours.</a:t>
            </a:r>
          </a:p>
          <a:p>
            <a:r>
              <a:rPr sz="1300"/>
              <a:t>Dispatchers stitch loads in spreadsheets; no real-time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2 · Solution</a:t>
            </a:r>
          </a:p>
          <a:p>
            <a:r>
              <a:rPr sz="1500"/>
              <a:t>A routing layer that matches outbound and return loads automatically.</a:t>
            </a:r>
          </a:p>
          <a:p>
            <a:r>
              <a:rPr sz="1300"/>
              <a:t>The 'aha': carriers do not need new trucks, just fewer empty miles. Payback in 3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3 ·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1206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/>
              <a:t>3 · Product</a:t>
            </a:r>
          </a:p>
          <a:p>
            <a:r>
              <a:rPr sz="1500"/>
              <a:t>Live load board + API into existing TMS.</a:t>
            </a:r>
          </a:p>
          <a:p>
            <a:r>
              <a:rPr sz="1300"/>
              <a:t>Feature 1 -&gt; auto-match · Feature 2 -&gt; ETA accuracy +18% · Feature 3 -&gt; invoices 2x faster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4 · 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2468880" cy="16459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/>
              <a:t>4 · Traction</a:t>
            </a:r>
          </a:p>
          <a:p>
            <a:r>
              <a:rPr sz="1500"/>
              <a:t>$1.2M ARR | +14% MoM | 42 carriers live | 91% gross margin</a:t>
            </a:r>
          </a:p>
          <a:p>
            <a:r>
              <a:rPr sz="1300"/>
              <a:t>Milestone: profitable by month 10 on current burn.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Monthly recurring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737360"/>
            <a:ext cx="2468880" cy="16459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9202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20440" y="2743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2468880" cy="16459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7920" y="2743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737360"/>
            <a:ext cx="2468880" cy="16459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92024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15400" y="2743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5 ·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5 · Business Model</a:t>
            </a:r>
          </a:p>
          <a:p>
            <a:r>
              <a:rPr sz="1500"/>
              <a:t>Starter $499/mo / Growth $1,999/mo / Enterprise custom</a:t>
            </a:r>
          </a:p>
          <a:p>
            <a:r>
              <a:rPr sz="1300"/>
              <a:t>Net revenue retention 118%.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5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2A44"/>
                </a:solidFill>
                <a:latin typeface="Calibri"/>
              </a:rPr>
              <a:t>6 ·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6 · Team</a:t>
            </a:r>
          </a:p>
          <a:p>
            <a:r>
              <a:rPr sz="1500"/>
              <a:t>Maya Chen — 6 yrs at [bulge bracket], built $2B+ logistics models.</a:t>
            </a:r>
          </a:p>
          <a:p>
            <a:r>
              <a:rPr sz="1300"/>
              <a:t>Devon Patel — ex-[freight unicorn] ops lead.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/>
              <a:t>The Ask</a:t>
            </a:r>
          </a:p>
          <a:p>
            <a:r>
              <a:rPr sz="1500"/>
              <a:t>Raising $6M Series A | Use of funds: 55% product / 30% GTM / 15% ops</a:t>
            </a:r>
          </a:p>
          <a:p>
            <a:r>
              <a:rPr sz="1300"/>
              <a:t>Target close Q4; lead committed at $4M.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7F4B"/>
                </a:solidFill>
                <a:latin typeface="Calibri"/>
              </a:rPr>
              <a:t>Appendix · How we model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Appendix · How we model it</a:t>
            </a:r>
          </a:p>
          <a:p>
            <a:r>
              <a:rPr sz="1500"/>
              <a:t>Built the way banks build it — full three-statement model, debt schedule, sensitivity on load volume and take rate.</a:t>
            </a:r>
          </a:p>
          <a:p>
            <a:r>
              <a:rPr sz="1300"/>
              <a:t>Every driver is a live input; walk the reviewer from revenue to free cash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