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109728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{{COMPANY 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1">
                <a:solidFill>
                  <a:srgbClr val="EAF1FB"/>
                </a:solidFill>
                <a:latin typeface="Calibri"/>
              </a:rPr>
              <a:t>{{One-line: what you do, for whom, why now}}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Confidential — {{Month Year}}  ·  Series {{X}}  ·  Seeking ${{amount}}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{{Pain point #1 — who feels it, how often, what it costs them}}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{{Pain point #2 — why existing solutions fail (e.g. 'PitchBook is $31K/seat')}}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{{Pain point #3 — the cost of the status quo, quantified}}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Market: {{TAM}} / {{SAM}} / {{SOM}}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{{What you built — the 1-liner plus the 'aha'}}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{{Why it's 10x vs. the incumbent}}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{{The wedge / first beachhead}}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Key differentiator: {{your moat in one sentence}}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3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1206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{{Screenshot / mock / demo link}}
{{1-2 sentences on how it works}}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Feature 1 → {{benefit}}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Feature 2 → {{benefit}}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Feature 3 → {{benefit}}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4 · 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2E5AAC"/>
                </a:solidFill>
                <a:latin typeface="Calibri"/>
              </a:rPr>
              <a:t>{{MRR}}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Monthly recurring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2E5AAC"/>
                </a:solidFill>
                <a:latin typeface="Calibri"/>
              </a:rPr>
              <a:t>{{% MoM}}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2E5AAC"/>
                </a:solidFill>
                <a:latin typeface="Calibri"/>
              </a:rPr>
              <a:t>{{#}}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2E5AAC"/>
                </a:solidFill>
                <a:latin typeface="Calibri"/>
              </a:rPr>
              <a:t>{{%}}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{{Milestone 1 — e.g. 'hit $5K MRR in month 4'}}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{{Milestone 2 — logos / pilots / LOIs}}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{{Milestone 3 — press / awards / notable users}}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5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Pricing: {{tier 1}} / {{tier 2}} / {{tier 3}}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Unit economics: CAC ${{x}} · LTV ${{y}} · payback {{z}} mo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Go-to-market: {{channels}}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Expansion: {{how you grow account value}}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6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{{Founder 1}} — {{relevant edge, e.g. 'built $X models at [bank]'}}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{{Founder 2}} — {{relevant edge}}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Advisors / notable backers: {{names}}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EAF1FB"/>
                </a:solidFill>
                <a:latin typeface="Calibri"/>
              </a:rPr>
              <a:t>Raising ${{amount}} {{round}}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Use of funds: {{% product}} / {{% GTM}} / {{% ops}}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Milestone this gets us to: {{next round-ready metric}}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Contact: {{email}} · {{phone}}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7F4B"/>
                </a:solidFill>
                <a:latin typeface="Calibri"/>
              </a:rPr>
              <a:t>Appendix · How we model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Built the way banks build it — full three-statement integrity, debt sweep, sensitivity 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LBO: entry at {{x}}x, cash sweep to {{exit}}x → MOIC {{m}}x / IRR {{i}}%.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DCF: WACC {{w}}%, terminal g {{tg}}% → EV ${{ev}}.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Cap table: post-round ownership — founders {{fp}}%, investors {{ip}}%.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All live in the Model Room vault; every number defensible in diligence.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